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Multi-user Registration Service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distinct journeys replaced a single registration concept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and hospitality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Project Manager and Business Analyst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registration concept did not reflect the different information, approval and communication needs of attendees, vendors and volunteers.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Attendees, vendors and volunteers had different data and decision needs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generic route risked irrelevant fields and missing approvals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Organisers needed one view of status and exceptions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naija-food-festival-service-design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068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naija-food-festival-service-design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530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Attendees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 registration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Purchase journey with confirmation and event updates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Vendors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clear decision path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review, decision status and decision email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Volunteers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Availability managed informally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Availability capture, allocation and briefing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Organisers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reconciliation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route, status, owner and next action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measures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evidenced today and what to track next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journeys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distinct routes delivered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completion by route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Pre-launch validation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test cycle completed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 before each season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tracked from Season 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same-week resolution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completion and drop-off by route each season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message templates under change control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vendor rules with organisers before applications open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pre-launch test pack as a regression suite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form collects irrelevant information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routes by purpose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and record status diverge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only after status update; trigger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approval rules are incomplete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checkpoint with organisers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Ticketing or email service is unavailable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communication and manual list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NaijaFoodFestival Multi-user Registration Service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