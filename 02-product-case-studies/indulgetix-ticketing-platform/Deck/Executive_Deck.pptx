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5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EA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IN DEVELOPMENT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IndulgeTix Event Ticketing Platform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918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product model connecting event setup, ticket ownership, venue access and settlement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663440"/>
            <a:ext cx="2743200" cy="0"/>
          </a:xfrm>
          <a:prstGeom prst="line">
            <a:avLst/>
          </a:prstGeom>
          <a:noFill/>
          <a:ln w="25400">
            <a:solidFill>
              <a:srgbClr val="5EEAD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8463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development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technology and payments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and Product Business Analyst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and what discovery found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5120640" cy="448056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problem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4572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Organisers need connected event setup, ticket ownership, scanning and settlement, while attendees need reliable purchase, transfer and refund journeys.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analysis found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2240280"/>
            <a:ext cx="502920" cy="50292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2648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148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Promotion, orders, guest lists and entry control often sit in separate tools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3429000"/>
            <a:ext cx="502920" cy="50292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2648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3375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Transfers and refunds can break ownership traceability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4617720"/>
            <a:ext cx="502920" cy="502920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26480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5262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Settlement needs reconciliation of tickets, fees, refunds and payouts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IndulgeTix  |  Olalekan Ajimoti, Business Analyst portfolio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As-Is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pic>
        <p:nvPicPr>
          <p:cNvPr id="4" name="Image 0" descr="/home/claude/work/out/olalekan-ajimoti-ba-portfolio/02-product-case-studies/indulgetix-ticketing-platform/Diagrams/As_Is_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47120" cy="4530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IndulgeTix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To-Be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pic>
        <p:nvPicPr>
          <p:cNvPr id="4" name="Image 0" descr="/home/claude/work/out/olalekan-ajimoti-ba-portfolio/02-product-case-studies/indulgetix-ticketing-platform/Diagrams/To_Be_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47120" cy="375543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IndulgeTix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 state model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pic>
        <p:nvPicPr>
          <p:cNvPr id="4" name="Image 0" descr="/home/claude/work/out/olalekan-ajimoti-ba-portfolio/02-product-case-studies/indulgetix-ticketing-platform/Diagrams/Ticket_State_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47120" cy="494191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IndulgeTix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operating-model change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  <a:gridCol w="49377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5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5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53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Ticket control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Orders and guest lists held separately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ticket record with owner and state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Transfers and refunds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Handled by message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Eligibility rules and audit history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 checks at the door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Real-time scan validation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Settlement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Assembled after the event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Reconciled before payout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IndulgeTix  |  Olalekan Ajimoti, Business Analyst portfolio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success will be measured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live outcomes are claimed for this case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931920"/>
                <a:gridCol w="420624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5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evidence status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5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it will be used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53D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Duplicate-scan attempts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Defined, pilot not yet run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 zero admitted duplicates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Settlement variance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Defined, pilot not yet run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Payout only at zero or explained variance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F76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Transfer completion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 abandoned transfers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IndulgeTix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25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 and key risks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actions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53949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with one organiser and one venue before wider launch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scanner offline mode at a real door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 refund policy templates with organisers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settlement variance after every pilot event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with a named owner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09360" y="1783080"/>
            <a:ext cx="5394960" cy="9601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920240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0" y="185623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ticket ownership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2677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model and audit log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2862072"/>
            <a:ext cx="5394960" cy="9601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2999232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93522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entry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33467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scan validation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09360" y="3941064"/>
            <a:ext cx="5394960" cy="9601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4078224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401421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Settlement variance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44256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Pre-payout reconciliation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5020056"/>
            <a:ext cx="5394960" cy="96012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46520" y="5157216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50932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Refund or transfer abuse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55046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Eligibility and permission rules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IndulgeTix  |  Olalekan Ajimoti, Business Analyst portfolio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IndulgeTix Event Ticketing Platform</dc:title>
  <dc:subject>PptxGenJS Presentation</dc:subject>
  <dc:creator>Olalekan Ajimoti</dc:creator>
  <cp:lastModifiedBy>Olalekan Ajimoti</cp:lastModifiedBy>
  <cp:revision>1</cp:revision>
  <dcterms:created xsi:type="dcterms:W3CDTF">2026-09-25T02:00:11Z</dcterms:created>
  <dcterms:modified xsi:type="dcterms:W3CDTF">2026-09-25T02:00:11Z</dcterms:modified>
</cp:coreProperties>
</file>