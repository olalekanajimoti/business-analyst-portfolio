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AND MVP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43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African SME Commerce Platform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commerce record coordinating products, stock, orders, payment and delivery across channels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/ MVP design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commerce and retail technology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Business Analyst</a:t>
            </a:r>
            <a:endParaRPr lang="en-US" sz="1400" dirty="0"/>
          </a:p>
        </p:txBody>
      </p:sp>
      <p:pic>
        <p:nvPicPr>
          <p:cNvPr id="7" name="Picture 6" descr="convva-primary-reve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556768"/>
            <a:ext cx="3108960" cy="8981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93408"/>
            <a:ext cx="12192000" cy="16459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merchants manage products, stock and orders across social media, messaging and separate tools, creating duplication, overselling and weak fulfilment visibility.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Merchants repeat product updates across social and messaging channels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is checked after customers order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and delivery status sit apart from the order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convva-sme-commerce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552" y="1280160"/>
            <a:ext cx="10944416" cy="5074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va-pri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convva-sme-commerce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558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va-pri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Catalogue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Products recreated per channel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record publishes to selected channels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Inventory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manually after ordering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Reserved at order, released if unpaid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spread across messages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timeline for payment, fulfilment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tools configured separately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Guided wizard with test transaction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Stock-mismatch cancellations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near zero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completion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support contact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4E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 age by stage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 fulfilment bottlenecks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ten merchants across two cities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the setup wizard and test with five merchants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provider APIs per launch country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social channel plus storefront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stock becomes inconsistent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inventory source and sync alerts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payment appears complete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payment states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is too complex for merchants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wizard and usability tests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outage blocks fulfilment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queue and fallback provider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CONVVA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B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onvva-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83528"/>
            <a:ext cx="1005839" cy="290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CONVVA African SME Commerce Platform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