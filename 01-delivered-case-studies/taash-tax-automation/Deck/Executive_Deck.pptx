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46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620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Tax Automation Service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tax journeys for Nigerian individuals, freelancers and SMEs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2468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technology and financial services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 (Contract)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as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960" y="925396"/>
            <a:ext cx="3108960" cy="983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2F7FC"/>
          </a:solidFill>
          <a:ln w="12700">
            <a:solidFill>
              <a:srgbClr val="F2F7F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6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Individuals, freelancers and small businesses struggle to identify the right tax route, calculate liability correctly and track filing through to certificate.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6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3078C0"/>
          </a:solidFill>
          <a:ln w="12700">
            <a:solidFill>
              <a:srgbClr val="3078C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choose the wrong route because taxpayer types are not distinguished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3078C0"/>
          </a:solidFill>
          <a:ln w="12700">
            <a:solidFill>
              <a:srgbClr val="3078C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calculations use outdated rules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3078C0"/>
          </a:solidFill>
          <a:ln w="12700">
            <a:solidFill>
              <a:srgbClr val="3078C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Filing, payment, confirmation and certificate are disconnected steps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as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taash-tax-automatio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401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as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taash-tax-automatio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6720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as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selection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guesses category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Guided classification with confirmation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and unexplained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Versioned rules with itemised explanation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cases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safety net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review route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Stages chased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tracker from filing to certificate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as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3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corrections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testing with early users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fewer than 1 in 20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Reviewer agreement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results with professional review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68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Journey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by taxpayer type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as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6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rule tables with a tax professional each release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classification with real freelancer scenarios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scope statements visible on every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route corrections as the key quality measure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07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2F7FC"/>
          </a:solidFill>
          <a:ln w="12700">
            <a:solidFill>
              <a:srgbClr val="F2F7F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change after implementation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tables with effective dates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2F7FC"/>
          </a:solidFill>
          <a:ln w="12700">
            <a:solidFill>
              <a:srgbClr val="F2F7F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treated as professional advice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scope statement and review route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2F7FC"/>
          </a:solidFill>
          <a:ln w="12700">
            <a:solidFill>
              <a:srgbClr val="F2F7F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Incorrect classification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questions and 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2F7FC"/>
          </a:solidFill>
          <a:ln w="12700">
            <a:solidFill>
              <a:srgbClr val="F2F7F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exposure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privilege and encryption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0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307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as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9664"/>
            <a:ext cx="1005840" cy="3183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Taash Tax Automation Service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