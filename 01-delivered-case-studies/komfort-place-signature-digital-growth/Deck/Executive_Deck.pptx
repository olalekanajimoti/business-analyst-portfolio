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620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Komfort Place Signature Digital Growth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premium spa in Lekki, Lagos moved from social-media enquiries to a measured website-to-WhatsApp booking funnel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8E24D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Wellness and hospitality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Product Lead and Business Analyst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F4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960" y="458724"/>
            <a:ext cx="3108960" cy="1917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Bookings arrived through social-media messages with no website funnel, no way to see which service or page produced a booking, no answer for questions outside opening hours and little local search presence.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intent was lost between discovering a service and starting a WhatsApp conversation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could see which page, service or button produced a booking enquiry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searches such as “massage in Lekki” surfaced competitors, not the spa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pic>
        <p:nvPicPr>
          <p:cNvPr id="7" name="Picture 6" descr="As_Is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11247120" cy="357862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pic>
        <p:nvPicPr>
          <p:cNvPr id="7" name="Picture 6" descr="To_Be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11247120" cy="357862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Visitors had to find the spa on social media and message manually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One-tap WhatsApp booking on every page, prefilled with the service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 of hours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waited until opening time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Assistant answers approved questions and hands off to booking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 on what drove enquiries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First-party click and page-view dashboard, plus consented GA4 and Meta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Visibility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Little local search presence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SEO layer and a library of local service guides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Delivered outcomes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come from the project's build history; booking and revenue data are not published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31089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8E24D9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14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search guides published with full SEO markup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86400" cy="31089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537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8E24D9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4 months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build to a measured booking funnel (May to Aug 2026)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booking taps per page and service every week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WhatsApp bookings back to the button that started them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guides that attract traffic but no booking taps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assistant answers monthly against current prices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02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breaches search or ad policy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before publishing; withdraw non-compliant posts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gives a wrong price or availability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content only and handoff to WhatsApp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Roster changes leave the site out of date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roster list drives every page and prompt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Declined consent reduces third-party data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First-party click analytics as the baseline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BOZ Jewelry Retail and E-commerce Transformation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