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AND MVP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43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ESG Evidence Infrastructure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Source-proof evidence capture with human validation and versioned framework mapping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22C55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/ MVP design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ESG, compliance and sustainability technology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Business Analyst</a:t>
            </a:r>
            <a:endParaRPr lang="en-US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8442961" y="548640"/>
            <a:ext cx="32918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200" b="1">
                <a:solidFill>
                  <a:srgbClr val="22C55E"/>
                </a:solidFill>
                <a:latin typeface="Arial"/>
              </a:rPr>
              <a:t>VERDASO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2000" cy="16459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3FAF5"/>
          </a:solidFill>
          <a:ln w="12700">
            <a:solidFill>
              <a:srgbClr val="F3FAF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SMEs hold ESG evidence in photos, PDFs and spreadsheets without source context, so reports are slow to assemble and hard for auditors to trust.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files are separated from their source context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extraction errors can become accepted facts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changes break comparability between periods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verdaso-esg-evidence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503422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verdaso-esg-evidence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33966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Files saved anywhere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Source, time and location recorded on capture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Values copied by hand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draft plus human approval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Corrections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Overwritten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Appended with reason and approver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Framework version unclear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Versioned mappings printed on output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Source-link completeness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100% for approved records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Extraction correction rate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 model quality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query time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 for MVP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with manual baseline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7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A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 two auditors on acceptable digital evidence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data protection impact assessment before any GPS capture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framework and one sector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correction rates before automating further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3FAF5"/>
          </a:solidFill>
          <a:ln w="12700">
            <a:solidFill>
              <a:srgbClr val="F3FAF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misclassifies evidence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Mandatory human validation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3FAF5"/>
          </a:solidFill>
          <a:ln w="12700">
            <a:solidFill>
              <a:srgbClr val="F3FAF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data creates privacy risk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limitation and precision control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3FAF5"/>
          </a:solidFill>
          <a:ln w="12700">
            <a:solidFill>
              <a:srgbClr val="F3FAF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 record blocks lawful correction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correction model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3FAF5"/>
          </a:solidFill>
          <a:ln w="12700">
            <a:solidFill>
              <a:srgbClr val="F3FAF5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requirements change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Effective-dated mappings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Verdaso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88880" y="6327648"/>
            <a:ext cx="14630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300" b="1">
                <a:solidFill>
                  <a:srgbClr val="0A0A0A"/>
                </a:solidFill>
                <a:latin typeface="Arial"/>
              </a:rPr>
              <a:t>VERDASO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Verdaso ESG Evidence Infrastructure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