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5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AND MVP DESIGN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Verdaso ESG Evidence Infrastructure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Source-proof evidence capture with human validation and versioned framework mapping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663440"/>
            <a:ext cx="2743200" cy="0"/>
          </a:xfrm>
          <a:prstGeom prst="line">
            <a:avLst/>
          </a:prstGeom>
          <a:noFill/>
          <a:ln w="25400">
            <a:solidFill>
              <a:srgbClr val="5EEA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8463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/ MVP design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ESG, compliance and sustainability technology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and Product Business Analyst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and what discovery found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120640" cy="448056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problem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4572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SMEs hold ESG evidence in photos, PDFs and spreadsheets without source context, so reports are slow to assemble and hard for auditors to trust.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analysis found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2240280"/>
            <a:ext cx="502920" cy="50292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264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148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files are separated from their source context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3429000"/>
            <a:ext cx="502920" cy="50292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37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extraction errors can become accepted facts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4617720"/>
            <a:ext cx="502920" cy="50292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2648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262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changes break comparability between periods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Verdaso  |  Olalekan Ajimoti, Business Analyst portfolio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2-product-case-studies/verdaso-esg-evidence/Diagrams/As_Is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503422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Verdaso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2-product-case-studies/verdaso-esg-evidence/Diagrams/To_Be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433966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Verdaso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operating-model change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9377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Capture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saved anywhere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Source, time and location recorded on capture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Values copied by hand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draft plus human approval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Corrections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Overwritten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Appended with reason and approver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Framework version unclear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Versioned mappings printed on output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Verdaso  |  Olalekan Ajimoti, Business Analyst portfolio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success will be measured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live outcomes are claimed for this case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42062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evidence status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 will be used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Source-link completeness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 for MVP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100% for approved records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Extraction correction rate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 for MVP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 model quality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 query time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 for MVP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Compare with manual baseline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Verdaso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and key risks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actions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 two auditors on acceptable digital evidence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 data protection impact assessment before any GPS capture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framework and one sector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correction rates before automating further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with a named owner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39496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920240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18562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misclassifies evidence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677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human validation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862072"/>
            <a:ext cx="539496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999232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9352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data creates privacy risk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3467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 limitation and precision control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3941064"/>
            <a:ext cx="539496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4078224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40142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Immutable record blocks lawful correction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4256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correction model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5020056"/>
            <a:ext cx="539496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5157216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5093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requirements change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55046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Effective-dated mappings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Verdaso  |  Olalekan Ajimoti, Business Analyst portfolio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Verdaso ESG Evidence Infrastructure</dc:title>
  <dc:subject>PptxGenJS Presentation</dc:subject>
  <dc:creator>Olalekan Ajimoti</dc:creator>
  <cp:lastModifiedBy>Olalekan Ajimoti</cp:lastModifiedBy>
  <cp:revision>1</cp:revision>
  <dcterms:created xsi:type="dcterms:W3CDTF">2026-09-25T02:00:11Z</dcterms:created>
  <dcterms:modified xsi:type="dcterms:W3CDTF">2026-09-25T02:00:11Z</dcterms:modified>
</cp:coreProperties>
</file>