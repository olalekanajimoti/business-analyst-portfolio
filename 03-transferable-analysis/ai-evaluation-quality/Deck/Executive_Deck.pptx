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TRANSFERABLE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Quality and Consistent Judgement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Criteria-based judgement with evidence, version control and calibration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evaluation work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Contractor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AI outputs at scale needs consistent interpretation of criteria, clear separation of evidence from assumption, and safe adaptation when guidance changes.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can be applied from memory rather than current guidance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inference get mixed in rationales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updates mid-project cause drift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3-transferable-analysis/ai-evaluation-quality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068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3-transferable-analysis/ai-evaluation-quality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91146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once, applied from memory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version on every task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impression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criterion rated separately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and general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Cites the specific evidence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Ambiguity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Guessed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Escalated to guidance owner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 with reviewers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Tracked by the platform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stable or rising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Rework after guidance 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 fall after calibration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Escalations resolved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into examples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guidance version before every batch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personal log of edge cases and rulings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evidence for every negative rating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early rather than guess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interpreted inconsistently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and calibration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changes midstream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change notes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assumption affects rating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checklist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content exposed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controls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Evaluation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Evaluation Quality and Consistent Judgement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