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AND MVP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African SME Commerce Platform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commerce record coordinating products, stock, orders, payment and delivery across channels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/ MVP design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commerce and retail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merchants manage products, stock and orders across social media, messaging and separate tools, creating duplication, overselling and weak fulfilment visibility.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repeat product updates across social and messaging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is checked after customers order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and delivery status sit apart from the order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convva-sme-commerce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552" y="1280160"/>
            <a:ext cx="10944416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convva-sme-commerce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5584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 recreated per channel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record publishes to selected channels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Checked manually after ordering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 at order, released if unpaid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spread across messages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timeline for payment, fulfilment and delivery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tools configured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Guided wizard with test transaction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Stock-mismatch cancellations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near zero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support contact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age by stage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 fulfilment bottlenecks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ten merchants across two cities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the setup wizard and test with five merchants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provider APIs per launch country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social channel plus storefront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stock becomes inconsistent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inventory source and sync 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payment appears complete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payment states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is too complex for merchants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wizard and usability 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outage blocks fulfilment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queue and fallback provider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CONVVA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CONVVA African SME Commerce Platform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