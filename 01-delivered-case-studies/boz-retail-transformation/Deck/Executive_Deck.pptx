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76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7620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3A2A12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BOZ Jewelry Retail and E-commerce Transformation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service redesign connecting customer enquiries, custom orders and internal delivery visibility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9C762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and e-commerce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Project Manager, E-commerce and Digital Systems</a:t>
            </a:r>
            <a:endParaRPr lang="en-US" sz="14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A2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42961" y="640080"/>
            <a:ext cx="3108960" cy="1463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6000" b="1">
                <a:solidFill>
                  <a:srgbClr val="C9A24A"/>
                </a:solidFill>
                <a:latin typeface="Liberation Serif"/>
              </a:rPr>
              <a:t>BOZ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2A12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BF8F1"/>
          </a:solidFill>
          <a:ln w="12700">
            <a:solidFill>
              <a:srgbClr val="FBF8F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76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delivery updates, repetitive customer enquiries and inconsistent custom-order requirement capture reduced visibility and created friction in the customer journey.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76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WhatsApp questions consumed customer-service capacity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Custom-order details were captured inconsistently, causing disputes and rework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updates sat across separate channels and documents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BOZ Jewelry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3A2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88880" y="6327648"/>
            <a:ext cx="14630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3A2A12"/>
                </a:solidFill>
                <a:latin typeface="Liberation Serif"/>
              </a:rPr>
              <a:t>BOZ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2A12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1-delivered-case-studies/boz-retail-transformation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62026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BOZ Jewelry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3A2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88880" y="6327648"/>
            <a:ext cx="14630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3A2A12"/>
                </a:solidFill>
                <a:latin typeface="Liberation Serif"/>
              </a:rPr>
              <a:t>BOZ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2A12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1-delivered-case-studies/boz-retail-transformation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2791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BOZ Jewelry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3A2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88880" y="6327648"/>
            <a:ext cx="14630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3A2A12"/>
                </a:solidFill>
                <a:latin typeface="Liberation Serif"/>
              </a:rPr>
              <a:t>BOZ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2A12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What changed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A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A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A1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9C76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support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enquiry entered the same manual queue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Routine questions answered consistently; sales and exceptions go to people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9C76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 orders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Requirements interpreted differently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Confirmed specification is the reference before fulfilment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9C76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Delivery governance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were fragmented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Owners, dependencies, risks and decisions visible on one board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9C76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Collaboration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and communication dispersed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 365 gave controlled shared access by role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E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BOZ Jewelry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3A2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88880" y="6327648"/>
            <a:ext cx="14630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3A2A12"/>
                </a:solidFill>
                <a:latin typeface="Liberation Serif"/>
              </a:rPr>
              <a:t>BOZ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2A12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Reported outcomes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reported by the organisation after the changes; underlying commercial data is not published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5486400" cy="3108960"/>
          </a:xfrm>
          <a:prstGeom prst="rect">
            <a:avLst/>
          </a:prstGeom>
          <a:solidFill>
            <a:srgbClr val="FBF8F1"/>
          </a:solidFill>
          <a:ln w="12700">
            <a:solidFill>
              <a:srgbClr val="FBF8F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9C7625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60%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in engagement (reported)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486400" cy="3108960"/>
          </a:xfrm>
          <a:prstGeom prst="rect">
            <a:avLst/>
          </a:prstGeom>
          <a:solidFill>
            <a:srgbClr val="FBF8F1"/>
          </a:solidFill>
          <a:ln w="12700">
            <a:solidFill>
              <a:srgbClr val="FBF8F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537960" y="20116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9C7625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25%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3566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uplift in digital performance (reported)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BOZ Jewelry  |  Olalekan Ajimoti, Business Analyst portfolio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3A2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88880" y="6327648"/>
            <a:ext cx="14630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3A2A12"/>
                </a:solidFill>
                <a:latin typeface="Liberation Serif"/>
              </a:rPr>
              <a:t>BOZ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2A12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76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enquiry containment and reasons for human escalation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custom-order remakes against confirmed specifications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access groups whenever roles change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customer feedback into catalogue and content decisions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BF8F1"/>
          </a:solidFill>
          <a:ln w="12700">
            <a:solidFill>
              <a:srgbClr val="FBF8F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revert to fragmented communication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Demonstrations and one agreed channel per purpose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BF8F1"/>
          </a:solidFill>
          <a:ln w="12700">
            <a:solidFill>
              <a:srgbClr val="FBF8F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requirements are misunderstood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capture and customer confirmation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BF8F1"/>
          </a:solidFill>
          <a:ln w="12700">
            <a:solidFill>
              <a:srgbClr val="FBF8F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answers become inaccurate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content and escalation route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BF8F1"/>
          </a:solidFill>
          <a:ln w="12700">
            <a:solidFill>
              <a:srgbClr val="FBF8F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Permissions expose information incorrectly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Role-group access and access tests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BOZ Jewelry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3A2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88880" y="6327648"/>
            <a:ext cx="14630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3A2A12"/>
                </a:solidFill>
                <a:latin typeface="Liberation Serif"/>
              </a:rPr>
              <a:t>BOZ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BOZ Jewelry Retail and E-commerce Transformation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