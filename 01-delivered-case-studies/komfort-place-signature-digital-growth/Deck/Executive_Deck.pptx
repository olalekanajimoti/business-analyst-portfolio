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Komfort Place Signature Digital Growth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premium spa in Lekki, Lagos moved from social-media enquiries to a measured website-to-WhatsApp booking funnel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663440"/>
            <a:ext cx="274320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r>
              <a:rPr lang="en-US" sz="1400" b="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</a:t>
            </a:r>
            <a:r>
              <a:rPr lang="en-US" sz="1400" b="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Wellness and hospitality</a:t>
            </a:r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</a:t>
            </a:r>
            <a:r>
              <a:rPr lang="en-US" sz="1400" b="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Product Lead and Business Analyst</a:t>
            </a:r>
            <a:pPr indent="0" marL="0">
              <a:spcAft>
                <a:spcPts val="400"/>
              </a:spcAft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and what discovery found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120640" cy="44805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 arrived through social-media messages with no website funnel, no way to see which service or page produced a booking, no answer for questions outside opening hours and little local search presence.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found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224028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1264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148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intent was lost between discovering a service and starting a WhatsApp conversation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342900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1264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337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could see which page, service or button produced a booking enquiry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461772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1264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526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searches such as “massage in Lekki” surfaced competitors, not the spa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Komfort Place Signature  |  Olalekan Ajimoti, Business Analyst portfolio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Komfort Place Signature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pic>
        <p:nvPicPr>
          <p:cNvPr id="7" name="Picture 6" descr="As_Is_Pro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80160"/>
            <a:ext cx="11247120" cy="35786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Komfort Place Signature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7" name="Picture 6" descr="To_Be_Pro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80160"/>
            <a:ext cx="11247120" cy="35786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9377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Visitors had to find the spa on social media and message manually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One-tap WhatsApp booking on every page, prefilled with the service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 of hours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Questions waited until opening time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Assistant answers approved questions and hands off to booking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data on what drove enquiries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First-party click and page-view dashboard, plus consented GA4 and Meta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Visibility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Little local search presence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SEO layer and a library of local service guides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Komfort Place Signature  |  Olalekan Ajimoti, Business Analyst portfolio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outcomes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come from the project's build history; booking and revenue data are not published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486400" cy="31089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search guides published with full SEO markup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486400" cy="31089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37960" y="20116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months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3566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first build to a measured booking funnel (May to Aug 2026)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Komfort Place Signature  |  Olalekan Ajimoti, Business Analyst portfolio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key risks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actions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booking taps per page and service every week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WhatsApp bookings back to the button that started them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 guides that attract traffic but no booking taps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assistant answers monthly against current prices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with a named owner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46520" y="1920240"/>
            <a:ext cx="731520" cy="32004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856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breaches search or ad policy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67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before publishing; withdraw non-compliant posts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862072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46520" y="2999232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9352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gives a wrong price or availability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3467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content only and handoff to WhatsApp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941064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446520" y="4078224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40142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Roster changes leave the site out of date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44256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roster list drives every page and prompt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5020056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446520" y="5157216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50932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Declined consent reduces third-party data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5504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First-party click analytics as the baseline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Komfort Place Signature  |  Olalekan Ajimoti, Business Analyst portfolio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BOZ Jewelry Retail and E-commerce Transformation</dc:title>
  <dc:subject>PptxGenJS Presentation</dc:subject>
  <dc:creator>Olalekan Ajimoti</dc:creator>
  <cp:lastModifiedBy>Olalekan Ajimoti</cp:lastModifiedBy>
  <cp:revision>1</cp:revision>
  <dcterms:created xsi:type="dcterms:W3CDTF">2026-09-25T02:00:11Z</dcterms:created>
  <dcterms:modified xsi:type="dcterms:W3CDTF">2026-09-25T02:00:11Z</dcterms:modified>
</cp:coreProperties>
</file>