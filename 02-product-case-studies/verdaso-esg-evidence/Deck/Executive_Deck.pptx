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AND MVP DESIGN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45920"/>
            <a:ext cx="7437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Verdaso ESG Evidence Infrastructure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918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Source-proof evidence capture with human validation and versioned framework mapping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4663440"/>
            <a:ext cx="274320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8463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/ MVP design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ESG, compliance and sustainability technology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and Product Business Analyst</a:t>
            </a:r>
            <a:endParaRPr lang="en-US" sz="1400" dirty="0"/>
          </a:p>
        </p:txBody>
      </p:sp>
      <p:sp>
        <p:nvSpPr>
          <p:cNvPr id="7" name="TextBox 6"/>
          <p:cNvSpPr txBox="1"/>
          <p:nvPr/>
        </p:nvSpPr>
        <p:spPr>
          <a:xfrm>
            <a:off x="8442961" y="548640"/>
            <a:ext cx="329184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200" b="1">
                <a:solidFill>
                  <a:srgbClr val="22C55E"/>
                </a:solidFill>
                <a:latin typeface="Arial"/>
              </a:rPr>
              <a:t>VERDASO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93408"/>
            <a:ext cx="12192000" cy="164592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and what discovery found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5120640" cy="4480560"/>
          </a:xfrm>
          <a:prstGeom prst="rect">
            <a:avLst/>
          </a:prstGeom>
          <a:solidFill>
            <a:srgbClr val="F3FAF5"/>
          </a:solidFill>
          <a:ln w="12700">
            <a:solidFill>
              <a:srgbClr val="F3FA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problem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48840"/>
            <a:ext cx="45720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SMEs hold ESG evidence in photos, PDFs and spreadsheets without source context, so reports are slow to assemble and hard for auditors to trust.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analysis found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26480" y="2240280"/>
            <a:ext cx="502920" cy="5029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2648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0" y="21488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files are separated from their source context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26480" y="3429000"/>
            <a:ext cx="502920" cy="5029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2648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0" y="33375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extraction errors can become accepted facts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26480" y="4617720"/>
            <a:ext cx="502920" cy="5029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26480" y="4617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0" y="45262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changes break comparability between periods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Verdaso  |  Olalekan Ajimoti, Business Analyst portfolio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82296"/>
            <a:ext cx="1463040" cy="457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88880" y="6327648"/>
            <a:ext cx="146304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0A0A0A"/>
                </a:solidFill>
                <a:latin typeface="Arial"/>
              </a:rPr>
              <a:t>VERDASO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As-Is process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Full-resolution SVG is in the Diagrams folder</a:t>
            </a:r>
            <a:endParaRPr lang="en-US" sz="1300" dirty="0"/>
          </a:p>
        </p:txBody>
      </p:sp>
      <p:pic>
        <p:nvPicPr>
          <p:cNvPr id="4" name="Image 0" descr="/home/claude/work/out/olalekan-ajimoti-ba-portfolio/02-product-case-studies/verdaso-esg-evidence/Diagrams/As_Is_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11247120" cy="503422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Verdaso  |  Olalekan Ajimoti, Business Analyst portfolio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82296"/>
            <a:ext cx="1463040" cy="457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88880" y="6327648"/>
            <a:ext cx="146304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0A0A0A"/>
                </a:solidFill>
                <a:latin typeface="Arial"/>
              </a:rPr>
              <a:t>VERDASO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To-Be process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Full-resolution SVG is in the Diagrams folder</a:t>
            </a:r>
            <a:endParaRPr lang="en-US" sz="1300" dirty="0"/>
          </a:p>
        </p:txBody>
      </p:sp>
      <p:pic>
        <p:nvPicPr>
          <p:cNvPr id="4" name="Image 0" descr="/home/claude/work/out/olalekan-ajimoti-ba-portfolio/02-product-case-studies/verdaso-esg-evidence/Diagrams/To_Be_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11247120" cy="433966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Verdaso  |  Olalekan Ajimoti, Business Analyst portfolio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82296"/>
            <a:ext cx="1463040" cy="457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88880" y="6327648"/>
            <a:ext cx="146304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0A0A0A"/>
                </a:solidFill>
                <a:latin typeface="Arial"/>
              </a:rPr>
              <a:t>VERDASO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operating-model change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471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931920"/>
                <a:gridCol w="4937760"/>
              </a:tblGrid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Before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After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Capture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Files saved anywhere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Source, time and location recorded on capture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5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Values copied by hand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draft plus human approval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Corrections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Overwritten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Appended with reason and approver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5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Reporting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Framework version unclear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Versioned mappings printed on output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Verdaso  |  Olalekan Ajimoti, Business Analyst portfolio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82296"/>
            <a:ext cx="1463040" cy="457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88880" y="6327648"/>
            <a:ext cx="146304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0A0A0A"/>
                </a:solidFill>
                <a:latin typeface="Arial"/>
              </a:rPr>
              <a:t>VERDASO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success will be measured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live outcomes are claimed for this case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931920"/>
                <a:gridCol w="4206240"/>
              </a:tblGrid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Measure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evidence status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it will be used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Source-link completeness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Defined for MVP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 100% for approved records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5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Extraction correction rate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Defined for MVP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Monitor model quality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Auditor query time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Defined for MVP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Compare with manual baseline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Verdaso  |  Olalekan Ajimoti, Business Analyst portfolio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82296"/>
            <a:ext cx="1463040" cy="457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88880" y="6327648"/>
            <a:ext cx="146304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0A0A0A"/>
                </a:solidFill>
                <a:latin typeface="Arial"/>
              </a:rPr>
              <a:t>VERDASO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 and key risks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next actions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83080"/>
            <a:ext cx="5394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 two auditors on acceptable digital evidence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 data protection impact assessment before any GPS capture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one framework and one sector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correction rates before automating further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30936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with a named owner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09360" y="1783080"/>
            <a:ext cx="5394960" cy="960120"/>
          </a:xfrm>
          <a:prstGeom prst="rect">
            <a:avLst/>
          </a:prstGeom>
          <a:solidFill>
            <a:srgbClr val="F3FAF5"/>
          </a:solidFill>
          <a:ln w="12700">
            <a:solidFill>
              <a:srgbClr val="F3FA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920240"/>
            <a:ext cx="731520" cy="320040"/>
          </a:xfrm>
          <a:prstGeom prst="rect">
            <a:avLst/>
          </a:prstGeom>
          <a:solidFill>
            <a:srgbClr val="B91C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315200" y="185623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misclassifies evidence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0" y="226771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human validation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2862072"/>
            <a:ext cx="5394960" cy="960120"/>
          </a:xfrm>
          <a:prstGeom prst="rect">
            <a:avLst/>
          </a:prstGeom>
          <a:solidFill>
            <a:srgbClr val="F3FAF5"/>
          </a:solidFill>
          <a:ln w="12700">
            <a:solidFill>
              <a:srgbClr val="F3FA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2999232"/>
            <a:ext cx="731520" cy="320040"/>
          </a:xfrm>
          <a:prstGeom prst="rect">
            <a:avLst/>
          </a:prstGeom>
          <a:solidFill>
            <a:srgbClr val="B91C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R-02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293522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data creates privacy risk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0" y="334670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 limitation and precision control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3941064"/>
            <a:ext cx="5394960" cy="960120"/>
          </a:xfrm>
          <a:prstGeom prst="rect">
            <a:avLst/>
          </a:prstGeom>
          <a:solidFill>
            <a:srgbClr val="F3FAF5"/>
          </a:solidFill>
          <a:ln w="12700">
            <a:solidFill>
              <a:srgbClr val="F3FAF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46520" y="4078224"/>
            <a:ext cx="731520" cy="320040"/>
          </a:xfrm>
          <a:prstGeom prst="rect">
            <a:avLst/>
          </a:prstGeom>
          <a:solidFill>
            <a:srgbClr val="B91C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R-03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0" y="4014216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Immutable record blocks lawful correction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0" y="442569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Append-only correction model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9360" y="5020056"/>
            <a:ext cx="5394960" cy="960120"/>
          </a:xfrm>
          <a:prstGeom prst="rect">
            <a:avLst/>
          </a:prstGeom>
          <a:solidFill>
            <a:srgbClr val="F3FAF5"/>
          </a:solidFill>
          <a:ln w="12700">
            <a:solidFill>
              <a:srgbClr val="F3FAF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46520" y="5157216"/>
            <a:ext cx="731520" cy="320040"/>
          </a:xfrm>
          <a:prstGeom prst="rect">
            <a:avLst/>
          </a:prstGeom>
          <a:solidFill>
            <a:srgbClr val="B91C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R-04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0" y="509320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requirements change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550468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Effective-dated mappings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Verdaso  |  Olalekan Ajimoti, Business Analyst portfolio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sp>
        <p:nvSpPr>
          <p:cNvPr id="24" name="Rectangle 23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82296"/>
            <a:ext cx="1463040" cy="457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88880" y="6327648"/>
            <a:ext cx="146304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0A0A0A"/>
                </a:solidFill>
                <a:latin typeface="Arial"/>
              </a:rPr>
              <a:t>VERDASO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Verdaso ESG Evidence Infrastructure</dc:title>
  <dc:subject>PptxGenJS Presentation</dc:subject>
  <dc:creator>Olalekan Ajimoti</dc:creator>
  <cp:lastModifiedBy>Olalekan Ajimoti</cp:lastModifiedBy>
  <cp:revision>1</cp:revision>
  <dcterms:created xsi:type="dcterms:W3CDTF">2026-09-25T02:00:11Z</dcterms:created>
  <dcterms:modified xsi:type="dcterms:W3CDTF">2026-09-25T02:00:11Z</dcterms:modified>
</cp:coreProperties>
</file>