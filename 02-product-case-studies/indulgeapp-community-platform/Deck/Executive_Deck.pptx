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AND MVP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IndulgeApp Diaspora Community Platform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discovery balancing local relevance, verification, privacy and moderation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663440"/>
            <a:ext cx="274320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846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/ MVP design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technology and diaspora services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and Product Business Analyst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and what discovery found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120640" cy="448056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discover communities, trusted information and events through fragmented social channels, while group leaders lack connected engagement and event tools.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found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224028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148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Diaspora users search across many social channels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342900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3337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legitimacy is hard to judge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461772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4526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manage content, events and payments in separate tools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IndulgeApp  |  Olalekan Ajimoti, Business Analyst portfolio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pic>
        <p:nvPicPr>
          <p:cNvPr id="4" name="Image 0" descr="/home/claude/work/out/olalekan-ajimoti-ba-portfolio/02-product-case-studies/indulgeapp-community-platform/Diagrams/As_Is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47120" cy="3661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IndulgeApp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pic>
        <p:nvPicPr>
          <p:cNvPr id="4" name="Image 0" descr="/home/claude/work/out/olalekan-ajimoti-ba-portfolio/02-product-case-studies/indulgeapp-community-platform/Diagrams/To_Be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47120" cy="417409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IndulgeApp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operating-model change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9377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Discovery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 across many platforms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Groups recommended by chosen area and interest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 unclear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status with evidence and expiry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Promotion and ticketing elsewhere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Groups link members to event checkout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Reports handled informally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Evidence, owner, decision and appeal recorded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IndulgeApp  |  Olalekan Ajimoti, Business Analyst portfolio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success will be measured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outcomes are claimed for this case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31920"/>
                <a:gridCol w="420624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evidence status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will be used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 rate by verification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 for MVP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whether badges build trust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 resolution time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 for MVP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High-harm within 24 hours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Group-to-event conversion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Defined for MVP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 the IndulgeTix link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IndulgeApp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and key risks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actions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discovery interviews with group leaders in two cities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privacy settings and test comprehension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the moderation playbook before launch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event links with IndulgeTix organisers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with a named owner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920240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8562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data exposes users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2677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precision and privacy defaults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862072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999232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9352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verification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33467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review and expiry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941064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4078224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40142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Harmful content or group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44256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and moderation workflow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5020056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5157216"/>
            <a:ext cx="731520" cy="32004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50932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create filter bubbles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55046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controls and monitoring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IndulgeApp  |  Olalekan Ajimoti, Business Analyst portfolio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IndulgeApp Diaspora Community Platform</dc:title>
  <dc:subject>PptxGenJS Presentation</dc:subject>
  <dc:creator>Olalekan Ajimoti</dc:creator>
  <cp:lastModifiedBy>Olalekan Ajimoti</cp:lastModifiedBy>
  <cp:revision>1</cp:revision>
  <dcterms:created xsi:type="dcterms:W3CDTF">2026-09-25T02:00:11Z</dcterms:created>
  <dcterms:modified xsi:type="dcterms:W3CDTF">2026-09-25T02:00:11Z</dcterms:modified>
</cp:coreProperties>
</file>