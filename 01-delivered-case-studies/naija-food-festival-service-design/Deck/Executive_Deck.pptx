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6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865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645920"/>
            <a:ext cx="743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NaijaFoodFestival Multi-user Registration Service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9184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distinct journeys replaced a single registration concept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4663440"/>
            <a:ext cx="2743200" cy="0"/>
          </a:xfrm>
          <a:prstGeom prst="line">
            <a:avLst/>
          </a:prstGeom>
          <a:noFill/>
          <a:ln w="25400">
            <a:solidFill>
              <a:srgbClr val="F8650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8463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Events and hospitality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Role: 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Project Manager and Business Analyst</a:t>
            </a:r>
            <a:endParaRPr lang="en-US" sz="1400" dirty="0"/>
          </a:p>
        </p:txBody>
      </p:sp>
      <p:sp>
        <p:nvSpPr>
          <p:cNvPr id="7" name="Rounded Rectangle 6"/>
          <p:cNvSpPr/>
          <p:nvPr/>
        </p:nvSpPr>
        <p:spPr>
          <a:xfrm>
            <a:off x="8534400" y="502920"/>
            <a:ext cx="3108960" cy="13716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ff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7280" y="728254"/>
            <a:ext cx="2743200" cy="920931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693408"/>
            <a:ext cx="12192000" cy="164592"/>
          </a:xfrm>
          <a:prstGeom prst="rect">
            <a:avLst/>
          </a:prstGeom>
          <a:solidFill>
            <a:srgbClr val="F86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6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and what discovery found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5120640" cy="4480560"/>
          </a:xfrm>
          <a:prstGeom prst="rect">
            <a:avLst/>
          </a:prstGeom>
          <a:solidFill>
            <a:srgbClr val="F5FAF2"/>
          </a:solidFill>
          <a:ln w="12700">
            <a:solidFill>
              <a:srgbClr val="F5FA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45720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registration concept did not reflect the different information, approval and communication needs of attendees, vendors and volunteers.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691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analysis found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26480" y="2240280"/>
            <a:ext cx="502920" cy="502920"/>
          </a:xfrm>
          <a:prstGeom prst="ellipse">
            <a:avLst/>
          </a:prstGeom>
          <a:solidFill>
            <a:srgbClr val="F8650A"/>
          </a:solidFill>
          <a:ln w="12700">
            <a:solidFill>
              <a:srgbClr val="F8650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264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858000" y="21488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Attendees, vendors and volunteers had different data and decision needs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3429000"/>
            <a:ext cx="502920" cy="502920"/>
          </a:xfrm>
          <a:prstGeom prst="ellipse">
            <a:avLst/>
          </a:prstGeom>
          <a:solidFill>
            <a:srgbClr val="F8650A"/>
          </a:solidFill>
          <a:ln w="12700">
            <a:solidFill>
              <a:srgbClr val="F8650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26480" y="3429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0" y="33375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generic route risked irrelevant fields and missing approvals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126480" y="4617720"/>
            <a:ext cx="502920" cy="502920"/>
          </a:xfrm>
          <a:prstGeom prst="ellipse">
            <a:avLst/>
          </a:prstGeom>
          <a:solidFill>
            <a:srgbClr val="F8650A"/>
          </a:solidFill>
          <a:ln w="12700">
            <a:solidFill>
              <a:srgbClr val="F8650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126480" y="4617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0" y="45262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Organisers needed one view of status and exceptions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NaijaFoodFestival  |  Olalekan Ajimoti, Business Analyst portfolio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8" name="Rectangle 1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6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F86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nff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59979"/>
            <a:ext cx="1005840" cy="33767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6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1-delivered-case-studies/naija-food-festival-service-design/Diagrams/As_Is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0685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NaijaFoodFestival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6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F86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ff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3200" y="6359979"/>
            <a:ext cx="1005840" cy="3376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6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process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Full-resolution SVG is in the Diagrams folder</a:t>
            </a:r>
            <a:endParaRPr lang="en-US" sz="1300" dirty="0"/>
          </a:p>
        </p:txBody>
      </p:sp>
      <p:pic>
        <p:nvPicPr>
          <p:cNvPr id="4" name="Image 0" descr="/home/claude/work/out/olalekan-ajimoti-ba-portfolio/01-delivered-case-studies/naija-food-festival-service-design/Diagrams/To_Be_Proc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47120" cy="4530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NaijaFoodFestival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6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F86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ff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63200" y="6359979"/>
            <a:ext cx="1005840" cy="33767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6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changed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931920"/>
                <a:gridCol w="49377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1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8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Attendees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Generic registration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Purchase journey with confirmation and event updates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8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Vendors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clear decision path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review, decision status and decision email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8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Volunteers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Availability managed informally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Availability capture, allocation and briefing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8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Organisers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reconciliation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route, status, owner and next action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NaijaFoodFestival  |  Olalekan Ajimoti, Business Analyst portfolio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6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F86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ff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59979"/>
            <a:ext cx="1005840" cy="33767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6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and measures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evidenced today and what to track next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931920"/>
                <a:gridCol w="42062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evidence status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1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will be used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61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8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 journeys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distinct routes delivered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Report completion by route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2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8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Pre-launch validation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End-to-end test cycle completed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Repeat before each season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C81E1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Exception age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 be tracked from Season 2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same-week resolution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5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A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NaijaFoodFestival  |  Olalekan Ajimoti, Business Analyst portfolio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6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F86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ff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59979"/>
            <a:ext cx="1005840" cy="33767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36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and key risks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81E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actions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539496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completion and drop-off by route each season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message templates under change control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vendor rules with organisers before applications open</a:t>
            </a:r>
            <a:endParaRPr lang="en-US" sz="16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the pre-launch test pack as a regression suite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30936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65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with a named owner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394960" cy="960120"/>
          </a:xfrm>
          <a:prstGeom prst="rect">
            <a:avLst/>
          </a:prstGeom>
          <a:solidFill>
            <a:srgbClr val="F5FAF2"/>
          </a:solidFill>
          <a:ln w="12700">
            <a:solidFill>
              <a:srgbClr val="F5FA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920240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0" y="185623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form collects irrelevant information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677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routes by purpose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2862072"/>
            <a:ext cx="5394960" cy="960120"/>
          </a:xfrm>
          <a:prstGeom prst="rect">
            <a:avLst/>
          </a:prstGeom>
          <a:solidFill>
            <a:srgbClr val="F5FAF2"/>
          </a:solidFill>
          <a:ln w="12700">
            <a:solidFill>
              <a:srgbClr val="F5FA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2999232"/>
            <a:ext cx="731520" cy="320040"/>
          </a:xfrm>
          <a:prstGeom prst="rect">
            <a:avLst/>
          </a:prstGeom>
          <a:solidFill>
            <a:srgbClr val="B91C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93522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and record status diverge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34670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only after status update; trigger tests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3941064"/>
            <a:ext cx="5394960" cy="960120"/>
          </a:xfrm>
          <a:prstGeom prst="rect">
            <a:avLst/>
          </a:prstGeom>
          <a:solidFill>
            <a:srgbClr val="F5FAF2"/>
          </a:solidFill>
          <a:ln w="12700">
            <a:solidFill>
              <a:srgbClr val="F5FA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46520" y="4078224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4014216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approval rules are incomplete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44256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checkpoint with organisers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309360" y="5020056"/>
            <a:ext cx="5394960" cy="960120"/>
          </a:xfrm>
          <a:prstGeom prst="rect">
            <a:avLst/>
          </a:prstGeom>
          <a:solidFill>
            <a:srgbClr val="F5FAF2"/>
          </a:solidFill>
          <a:ln w="12700">
            <a:solidFill>
              <a:srgbClr val="F5FAF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46520" y="5157216"/>
            <a:ext cx="731520" cy="32004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R-04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50932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Ticketing or email service is unavailable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5504688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 communication and manual list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NaijaFoodFestival  |  Olalekan Ajimoti, Business Analyst portfolio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24" name="Rectangle 23"/>
          <p:cNvSpPr/>
          <p:nvPr/>
        </p:nvSpPr>
        <p:spPr>
          <a:xfrm>
            <a:off x="0" y="0"/>
            <a:ext cx="12192000" cy="82296"/>
          </a:xfrm>
          <a:prstGeom prst="rect">
            <a:avLst/>
          </a:prstGeom>
          <a:solidFill>
            <a:srgbClr val="163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82296"/>
            <a:ext cx="1463040" cy="45720"/>
          </a:xfrm>
          <a:prstGeom prst="rect">
            <a:avLst/>
          </a:prstGeom>
          <a:solidFill>
            <a:srgbClr val="F865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ff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359979"/>
            <a:ext cx="1005840" cy="33767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NaijaFoodFestival Multi-user Registration Service</dc:title>
  <dc:subject>PptxGenJS Presentation</dc:subject>
  <dc:creator>Olalekan Ajimoti</dc:creator>
  <cp:lastModifiedBy>Olalekan Ajimoti</cp:lastModifiedBy>
  <cp:revision>1</cp:revision>
  <dcterms:created xsi:type="dcterms:W3CDTF">2026-09-25T02:00:11Z</dcterms:created>
  <dcterms:modified xsi:type="dcterms:W3CDTF">2026-09-25T02:00:11Z</dcterms:modified>
</cp:coreProperties>
</file>