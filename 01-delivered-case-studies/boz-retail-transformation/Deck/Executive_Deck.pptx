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 Jewelry Retail and E-commerce Transformation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service redesign connecting customer enquiries, custom orders and internal delivery visibility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and e-commerce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Project Manager, E-commerce and Digital Systems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delivery updates, repetitive customer enquiries and inconsistent custom-order requirement capture reduced visibility and created friction in the customer journey.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WhatsApp questions consumed customer-service capacity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Custom-order details were captured inconsistently, causing disputes and rework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updates sat across separate channels and documents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 Jewelry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1-delivered-case-studies/boz-retail-transformation/Diagrams/As_Is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62026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 Jewelry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1-delivered-case-studies/boz-retail-transformation/Diagrams/To_Be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2791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 Jewelry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support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enquiry entered the same manual queue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Routine questions answered consistently; sales and exceptions go to people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orders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 interpreted differently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 specification is the reference before fulfilment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governance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 were fragmented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Owners, dependencies, risks and decisions visible on one board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Collaboration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 and communication dispersed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365 gave controlled shared access by role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 Jewelry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outcomes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reported by the organisation after the changes; underlying commercial data is not published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00" cy="31089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engagement (reported)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486400" cy="31089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3566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uplift in digital performance (reported)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 Jewelry  |  Olalekan Ajimoti, Business Analyst portfolio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enquiry containment and reasons for human escalation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custom-order remakes against confirmed specifications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access groups whenever roles change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customer feedback into catalogue and content decisions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revert to fragmented communication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Demonstrations and one agreed channel per purpose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requirements are misunderstood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capture and customer confirmation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answers become inaccurate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content and escalation route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expose information incorrectly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Role-group access and access tests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 Jewelry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BOZ Jewelry Retail and E-commerce Transformation</dc:title>
  <dc:subject>PptxGenJS Presentation</dc:subject>
  <dc:creator>Olalekan Ajimoti</dc:creator>
  <cp:lastModifiedBy>Olalekan Ajimoti</cp:lastModifiedBy>
  <cp:revision>1</cp:revision>
  <dcterms:created xsi:type="dcterms:W3CDTF">2026-09-25T02:00:11Z</dcterms:created>
  <dcterms:modified xsi:type="dcterms:W3CDTF">2026-09-25T02:00:11Z</dcterms:modified>
</cp:coreProperties>
</file>