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43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Creatrix Empire Marketing Operations and Performance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multidisciplinary campaign workflow connected creative delivery with performance evidence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E8B84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marketing, media and entertainment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Analyst and Delivery Lead</a:t>
            </a:r>
            <a:endParaRPr lang="en-US" sz="1400" dirty="0"/>
          </a:p>
        </p:txBody>
      </p:sp>
      <p:pic>
        <p:nvPicPr>
          <p:cNvPr id="7" name="Picture 6" descr="creatr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395" y="457200"/>
            <a:ext cx="2396970" cy="1097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2F8FD"/>
          </a:solidFill>
          <a:ln w="12700">
            <a:solidFill>
              <a:srgbClr val="F2F8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and internal-brand campaigns needed clearer specialist ownership, cleaner hand-offs and optimisation based on consistent evidence rather than reach alone.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3CA8E4"/>
          </a:solidFill>
          <a:ln w="12700">
            <a:solidFill>
              <a:srgbClr val="3CA8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 could work in isolation from campaign objectives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3CA8E4"/>
          </a:solidFill>
          <a:ln w="12700">
            <a:solidFill>
              <a:srgbClr val="3CA8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assets and unclear approvals created rework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3CA8E4"/>
          </a:solidFill>
          <a:ln w="12700">
            <a:solidFill>
              <a:srgbClr val="3CA8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Reach, engagement, traffic and conversion were interpreted inconsistently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Creatrix Empire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C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reatr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650" y="6336792"/>
            <a:ext cx="838939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1-delivered-case-studies/creatrix-marketing-analytics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50342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Creatrix Empire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C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reatri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6650" y="6336792"/>
            <a:ext cx="838939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1-delivered-case-studies/creatrix-marketing-analytics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6713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Creatrix Empire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C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reatri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6650" y="6336792"/>
            <a:ext cx="838939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7F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brief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Requests focused on outputs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Objective, audience and KPI defined first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7F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workflow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hoc specialist allocation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Visible ownership, dependencies and approvals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7F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metrics reviewed separately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Consolidated reach, engagement, traffic and conversion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7F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Lessons stayed within campaigns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Recommendations shaped targeting, content and SEO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Creatrix Empire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C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reatr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650" y="6336792"/>
            <a:ext cx="838939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outcomes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reported by the organisation after the changes; underlying commercial data is not published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3108960"/>
          </a:xfrm>
          <a:prstGeom prst="rect">
            <a:avLst/>
          </a:prstGeom>
          <a:solidFill>
            <a:srgbClr val="F2F8FD"/>
          </a:solidFill>
          <a:ln w="12700">
            <a:solidFill>
              <a:srgbClr val="F2F8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7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engagement (reported)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486400" cy="3108960"/>
          </a:xfrm>
          <a:prstGeom prst="rect">
            <a:avLst/>
          </a:prstGeom>
          <a:solidFill>
            <a:srgbClr val="F2F8FD"/>
          </a:solidFill>
          <a:ln w="12700">
            <a:solidFill>
              <a:srgbClr val="F2F8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7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~150%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organic traffic (reported)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Creatrix Empire  |  Olalekan Ajimoti, Business Analyst portfolio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C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reatr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650" y="6336792"/>
            <a:ext cx="838939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one KPI dictionary across accounts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decision taken for every recommendation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revision counts to expose briefing gaps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SEO priorities quarterly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A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2F8FD"/>
          </a:solidFill>
          <a:ln w="12700">
            <a:solidFill>
              <a:srgbClr val="F2F8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brief causes rework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approval gate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2F8FD"/>
          </a:solidFill>
          <a:ln w="12700">
            <a:solidFill>
              <a:srgbClr val="F2F8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use inconsistent definitions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dictionary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2F8FD"/>
          </a:solidFill>
          <a:ln w="12700">
            <a:solidFill>
              <a:srgbClr val="F2F8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assets delay campaign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tracking on task board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2F8FD"/>
          </a:solidFill>
          <a:ln w="12700">
            <a:solidFill>
              <a:srgbClr val="F2F8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based on reach alone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KPI review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Creatrix Empire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3C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reatri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650" y="6336792"/>
            <a:ext cx="838939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Creatrix Empire Marketing Operations and Performance Analysis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