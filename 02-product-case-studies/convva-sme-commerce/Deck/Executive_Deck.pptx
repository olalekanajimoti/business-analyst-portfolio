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AND MVP DESIGN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743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CONVVA African SME Commerce Platform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commerce record coordinating products, stock, orders, payment and delivery across channels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2743200" cy="0"/>
          </a:xfrm>
          <a:prstGeom prst="line">
            <a:avLst/>
          </a:prstGeom>
          <a:noFill/>
          <a:ln w="25400">
            <a:solidFill>
              <a:srgbClr val="60A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8463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/ MVP design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 commerce and retail technology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and Product Business Analyst</a:t>
            </a:r>
            <a:endParaRPr lang="en-US" sz="1400" dirty="0"/>
          </a:p>
        </p:txBody>
      </p:sp>
      <p:pic>
        <p:nvPicPr>
          <p:cNvPr id="7" name="Picture 6" descr="convva-primary-reve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556768"/>
            <a:ext cx="3108960" cy="89814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93408"/>
            <a:ext cx="12192000" cy="16459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3F7FE"/>
          </a:solidFill>
          <a:ln w="12700">
            <a:solidFill>
              <a:srgbClr val="F3F7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merchants manage products, stock and orders across social media, messaging and separate tools, creating duplication, overselling and weak fulfilment visibility.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Merchants repeat product updates across social and messaging channels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is checked after customers order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and delivery status sit apart from the order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CONVVA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B1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nvva-pri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83528"/>
            <a:ext cx="1005839" cy="290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convva-sme-commerce/Diagrams/As_Is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552" y="1280160"/>
            <a:ext cx="10944416" cy="5074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CONVVA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B1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vva-pri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3200" y="6383528"/>
            <a:ext cx="1005839" cy="290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convva-sme-commerce/Diagrams/To_Be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5584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CONVVA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B1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vva-pri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3200" y="6383528"/>
            <a:ext cx="1005839" cy="290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operating-model change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4E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Catalogue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Products recreated per channel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record publishes to selected channels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4E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Inventory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Checked manually after ordering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Reserved at order, released if unpaid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4E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spread across messages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timeline for payment, fulfilment and delivery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4E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Setup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tools configured separately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Guided wizard with test transaction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CONVVA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B1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vva-pri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83528"/>
            <a:ext cx="1005839" cy="290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success will be measured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live outcomes are claimed for this case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2062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evidence status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will be used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4E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Stock-mismatch cancellations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 for MVP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near zero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4E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Setup completion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 for MVP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 support contact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4E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 age by stage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 for MVP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Spot fulfilment bottlenecks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CONVVA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B1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vva-pri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83528"/>
            <a:ext cx="1005839" cy="290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 ten merchants across two cities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the setup wizard and test with five merchants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provider APIs per launch country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social channel plus storefront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3F7FE"/>
          </a:solidFill>
          <a:ln w="12700">
            <a:solidFill>
              <a:srgbClr val="F3F7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stock becomes inconsistent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inventory source and sync alerts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3F7FE"/>
          </a:solidFill>
          <a:ln w="12700">
            <a:solidFill>
              <a:srgbClr val="F3F7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payment appears complete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payment states only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3F7FE"/>
          </a:solidFill>
          <a:ln w="12700">
            <a:solidFill>
              <a:srgbClr val="F3F7F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is too complex for merchants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wizard and usability tests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3F7FE"/>
          </a:solidFill>
          <a:ln w="12700">
            <a:solidFill>
              <a:srgbClr val="F3F7F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outage blocks fulfilment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queue and fallback provider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CONVVA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B1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onvva-pri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83528"/>
            <a:ext cx="1005839" cy="290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CONVVA African SME Commerce Platform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