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E2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7620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B163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Komfort Place Signature Digital Growth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premium spa in Lekki, Lagos moved from social-media enquiries to a measured website-to-WhatsApp booking funnel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2743200" cy="0"/>
          </a:xfrm>
          <a:prstGeom prst="line">
            <a:avLst/>
          </a:prstGeom>
          <a:noFill/>
          <a:ln w="25400">
            <a:solidFill>
              <a:srgbClr val="8E24D9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r>
              <a:rPr lang="en-US" sz="1400" b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</a:t>
            </a:r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r>
              <a:rPr lang="en-US" sz="1400" b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Wellness and hospitality</a:t>
            </a:r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r>
              <a:rPr lang="en-US" sz="1400" b="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Analyst (Contract)</a:t>
            </a:r>
            <a:pPr indent="0" marL="0">
              <a:spcAft>
                <a:spcPts val="400"/>
              </a:spcAft>
              <a:buNone/>
            </a:pPr>
            <a:endParaRPr lang="en-US" sz="14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B1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F4B6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o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2960" y="458724"/>
            <a:ext cx="3108960" cy="1917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163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BF5FB"/>
          </a:solidFill>
          <a:ln w="12700">
            <a:solidFill>
              <a:srgbClr val="FBF5F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2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Bookings arrived through social-media messages with no website funnel, no way to see which service or page produced a booking, no answer for questions outside opening hours and little local search presence.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2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A020F0"/>
          </a:solidFill>
          <a:ln w="12700">
            <a:solidFill>
              <a:srgbClr val="A020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intent was lost between discovering a service and starting a WhatsApp conversation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A020F0"/>
          </a:solidFill>
          <a:ln w="12700">
            <a:solidFill>
              <a:srgbClr val="A020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could see which page, service or button produced a booking enquiry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A020F0"/>
          </a:solidFill>
          <a:ln w="12700">
            <a:solidFill>
              <a:srgbClr val="A020F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searches such as “massage in Lekki” surfaced competitors, not the spa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Komfort Place Signature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B1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A02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ko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4730" y="6336792"/>
            <a:ext cx="62278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163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Komfort Place Signature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pic>
        <p:nvPicPr>
          <p:cNvPr id="7" name="Picture 6" descr="As_Is_Proc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80160"/>
            <a:ext cx="11247120" cy="357862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B1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A02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om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4730" y="6336792"/>
            <a:ext cx="62278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163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Komfort Place Signature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pic>
        <p:nvPicPr>
          <p:cNvPr id="7" name="Picture 6" descr="To_Be_Proc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80160"/>
            <a:ext cx="11247120" cy="357862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B1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A02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om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4730" y="6336792"/>
            <a:ext cx="62278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163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What changed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16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16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163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E24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Visitors had to find the spa on social media and message manually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One-tap WhatsApp booking on every page, prefilled with the service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E24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 of hours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Questions waited until opening time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Assistant answers approved questions and hands off to booking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E24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Measurement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 on what drove enquiries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First-party click and page-view dashboard, plus consented GA4 and Meta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8E24D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Visibility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Little local search presence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SEO layer and a library of local service guides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BD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Komfort Place Signature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B1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A02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ko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4730" y="6336792"/>
            <a:ext cx="62278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163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Delivered outcomes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come from the project's build history; booking and revenue data are not published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5486400" cy="3108960"/>
          </a:xfrm>
          <a:prstGeom prst="rect">
            <a:avLst/>
          </a:prstGeom>
          <a:solidFill>
            <a:srgbClr val="FBF5FB"/>
          </a:solidFill>
          <a:ln w="12700">
            <a:solidFill>
              <a:srgbClr val="FBF5F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8E24D9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14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search guides published with full SEO markup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72200" y="1737360"/>
            <a:ext cx="5486400" cy="3108960"/>
          </a:xfrm>
          <a:prstGeom prst="rect">
            <a:avLst/>
          </a:prstGeom>
          <a:solidFill>
            <a:srgbClr val="FBF5FB"/>
          </a:solidFill>
          <a:ln w="12700">
            <a:solidFill>
              <a:srgbClr val="FBF5F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537960" y="20116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8E24D9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4 months</a:t>
            </a:r>
            <a:endParaRPr lang="en-US" sz="72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3566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first build to a measured booking funnel (May to Aug 2026)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Komfort Place Signature  |  Olalekan Ajimoti, Business Analyst portfolio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B1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A02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ko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4730" y="6336792"/>
            <a:ext cx="62278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B1638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24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booking taps per page and service every week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WhatsApp bookings back to the button that started them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 guides that attract traffic but no booking taps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assistant answers monthly against current prices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02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BF5FB"/>
          </a:solidFill>
          <a:ln w="12700">
            <a:solidFill>
              <a:srgbClr val="FBF5F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breaches search or ad policy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before publishing; withdraw non-compliant posts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BF5FB"/>
          </a:solidFill>
          <a:ln w="12700">
            <a:solidFill>
              <a:srgbClr val="FBF5F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 gives a wrong price or availability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content only and handoff to WhatsApp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BF5FB"/>
          </a:solidFill>
          <a:ln w="12700">
            <a:solidFill>
              <a:srgbClr val="FBF5F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Roster changes leave the site out of date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roster list drives every page and prompt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BF5FB"/>
          </a:solidFill>
          <a:ln w="12700">
            <a:solidFill>
              <a:srgbClr val="FBF5F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Declined consent reduces third-party data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First-party click analytics as the baseline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Komfort Place Signature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2B1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A02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ko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4730" y="6336792"/>
            <a:ext cx="622780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BOZ Jewelry Retail and E-commerce Transformation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