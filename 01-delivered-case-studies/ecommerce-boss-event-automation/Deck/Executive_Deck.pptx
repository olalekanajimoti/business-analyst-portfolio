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Event Operations Automation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replaced repeated copying while keeping manual control for exceptions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6217920" cy="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484632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across client engagements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E-commerce, events and digital services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Analyst</a:t>
            </a:r>
            <a:endParaRPr lang="en-US" sz="1400" dirty="0"/>
          </a:p>
        </p:txBody>
      </p:sp>
      <p:sp>
        <p:nvSpPr>
          <p:cNvPr id="7" name="Rectangle 6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865769"/>
            <a:ext cx="3413760" cy="112646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0"/>
            <a:ext cx="109728" cy="68580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Disconnected forms, spreadsheets and email exchanges caused duplicate entry, unclear ownership, inconsistent hand-offs and limited status visibility for client events.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Forms, spreadsheets and email created duplicate entry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changed informally through chat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messages or integrations were hard to see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e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62864"/>
            <a:ext cx="1005840" cy="3319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1-delivered-case-studies/ecommerce-boss-event-automation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068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eb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200" y="6362864"/>
            <a:ext cx="1005840" cy="3319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1-delivered-case-studies/ecommerce-boss-event-automation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37415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eb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200" y="6362864"/>
            <a:ext cx="1005840" cy="3319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capture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Information copied between tools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validated record created from each submission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Ownership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assigned through messages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 and next action recorded against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Communication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written repeatedly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messages triggered by decisions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Failures could stay hidden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Failed steps enter a manual recovery queue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e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62864"/>
            <a:ext cx="1005840" cy="33190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and measures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evidenced today and what to track next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2062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evidence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will be used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 entry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 for automated routes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Sample-check monthly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Unowned records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Visible in a dedicated view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zero at weekly review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age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Highlighted after 48 hours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 closure time per event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62864"/>
            <a:ext cx="1005840" cy="33190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Sample-check records for duplicates each month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templates under client approval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exception queue at every status meeting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Revisit the options matrix when volumes grow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records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IDs and duplicate flags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sends the wrong message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tests and approved templates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cannot maintain the solution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 assessment and handover guide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go unnoticed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queue and ageing highlight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e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62864"/>
            <a:ext cx="1005840" cy="33190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Ecommerce Boss Event Operations Automation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