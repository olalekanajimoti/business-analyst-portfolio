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Relationship Id="rId4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Relationship Id="rId4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Relationship Id="rId4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01F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18872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05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IN DEVELOPMENT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645920"/>
            <a:ext cx="6217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IndulgeTix Event Ticketing Platform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29184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product model connecting event setup, ticket ownership, venue access and settlement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4663440"/>
            <a:ext cx="6217920" cy="0"/>
          </a:xfrm>
          <a:prstGeom prst="line">
            <a:avLst/>
          </a:prstGeom>
          <a:noFill/>
          <a:ln w="25400">
            <a:solidFill>
              <a:srgbClr val="F0561A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731520" y="4846320"/>
            <a:ext cx="6217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development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technology and payments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and Product Business Analyst</a:t>
            </a:r>
            <a:endParaRPr lang="en-US" sz="1400" dirty="0"/>
          </a:p>
        </p:txBody>
      </p:sp>
      <p:sp>
        <p:nvSpPr>
          <p:cNvPr id="7" name="Rectangle 6"/>
          <p:cNvSpPr/>
          <p:nvPr/>
        </p:nvSpPr>
        <p:spPr>
          <a:xfrm>
            <a:off x="7315200" y="0"/>
            <a:ext cx="48768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ndulgetix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2346929"/>
            <a:ext cx="3413760" cy="216414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315200" y="0"/>
            <a:ext cx="109728" cy="6858000"/>
          </a:xfrm>
          <a:prstGeom prst="rect">
            <a:avLst/>
          </a:prstGeom>
          <a:solidFill>
            <a:srgbClr val="F05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and what discovery found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5120640" cy="4480560"/>
          </a:xfrm>
          <a:prstGeom prst="rect">
            <a:avLst/>
          </a:prstGeom>
          <a:solidFill>
            <a:srgbClr val="F7F5F4"/>
          </a:solidFill>
          <a:ln w="12700">
            <a:solidFill>
              <a:srgbClr val="F7F5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691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48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problem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148840"/>
            <a:ext cx="45720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Organisers need connected event setup, ticket ownership, scanning and settlement, while attendees need reliable purchase, transfer and refund journeys.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126480" y="1691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48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analysis found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26480" y="2240280"/>
            <a:ext cx="502920" cy="502920"/>
          </a:xfrm>
          <a:prstGeom prst="ellipse">
            <a:avLst/>
          </a:prstGeom>
          <a:solidFill>
            <a:srgbClr val="F0561A"/>
          </a:solidFill>
          <a:ln w="12700">
            <a:solidFill>
              <a:srgbClr val="F0561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12648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858000" y="214884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Promotion, orders, guest lists and entry control often sit in separate tools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126480" y="3429000"/>
            <a:ext cx="502920" cy="502920"/>
          </a:xfrm>
          <a:prstGeom prst="ellipse">
            <a:avLst/>
          </a:prstGeom>
          <a:solidFill>
            <a:srgbClr val="F0561A"/>
          </a:solidFill>
          <a:ln w="12700">
            <a:solidFill>
              <a:srgbClr val="F0561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26480" y="3429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0" y="333756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Transfers and refunds can break ownership traceability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26480" y="4617720"/>
            <a:ext cx="502920" cy="502920"/>
          </a:xfrm>
          <a:prstGeom prst="ellipse">
            <a:avLst/>
          </a:prstGeom>
          <a:solidFill>
            <a:srgbClr val="F0561A"/>
          </a:solidFill>
          <a:ln w="12700">
            <a:solidFill>
              <a:srgbClr val="F0561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126480" y="4617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0" y="452628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Settlement needs reconciliation of tickets, fees, refunds and payouts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IndulgeTix  |  Olalekan Ajimoti, Business Analyst portfolio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12192000" cy="82296"/>
          </a:xfrm>
          <a:prstGeom prst="rect">
            <a:avLst/>
          </a:prstGeom>
          <a:solidFill>
            <a:srgbClr val="201F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82296"/>
            <a:ext cx="1463040" cy="45720"/>
          </a:xfrm>
          <a:prstGeom prst="rect">
            <a:avLst/>
          </a:prstGeom>
          <a:solidFill>
            <a:srgbClr val="F05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ndulgetix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3218" y="6336792"/>
            <a:ext cx="605804" cy="38404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As-Is process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Full-resolution SVG is in the Diagrams folder</a:t>
            </a:r>
            <a:endParaRPr lang="en-US" sz="1300" dirty="0"/>
          </a:p>
        </p:txBody>
      </p:sp>
      <p:pic>
        <p:nvPicPr>
          <p:cNvPr id="4" name="Image 0" descr="/home/claude/work/out/olalekan-ajimoti-ba-portfolio/02-product-case-studies/indulgetix-ticketing-platform/Diagrams/As_Is_Pro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11247120" cy="45308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IndulgeTix  |  Olalekan Ajimoti, Business Analyst portfolio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2000" cy="82296"/>
          </a:xfrm>
          <a:prstGeom prst="rect">
            <a:avLst/>
          </a:prstGeom>
          <a:solidFill>
            <a:srgbClr val="201F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82296"/>
            <a:ext cx="1463040" cy="45720"/>
          </a:xfrm>
          <a:prstGeom prst="rect">
            <a:avLst/>
          </a:prstGeom>
          <a:solidFill>
            <a:srgbClr val="F05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ndulgetix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3218" y="6336792"/>
            <a:ext cx="605804" cy="38404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To-Be process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Full-resolution SVG is in the Diagrams folder</a:t>
            </a:r>
            <a:endParaRPr lang="en-US" sz="1300" dirty="0"/>
          </a:p>
        </p:txBody>
      </p:sp>
      <p:pic>
        <p:nvPicPr>
          <p:cNvPr id="4" name="Image 0" descr="/home/claude/work/out/olalekan-ajimoti-ba-portfolio/02-product-case-studies/indulgetix-ticketing-platform/Diagrams/To_Be_Pro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11247120" cy="375543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IndulgeTix  |  Olalekan Ajimoti, Business Analyst portfolio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2000" cy="82296"/>
          </a:xfrm>
          <a:prstGeom prst="rect">
            <a:avLst/>
          </a:prstGeom>
          <a:solidFill>
            <a:srgbClr val="201F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82296"/>
            <a:ext cx="1463040" cy="45720"/>
          </a:xfrm>
          <a:prstGeom prst="rect">
            <a:avLst/>
          </a:prstGeom>
          <a:solidFill>
            <a:srgbClr val="F05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ndulgetix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3218" y="6336792"/>
            <a:ext cx="605804" cy="38404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 state model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Full-resolution SVG is in the Diagrams folder</a:t>
            </a:r>
            <a:endParaRPr lang="en-US" sz="1300" dirty="0"/>
          </a:p>
        </p:txBody>
      </p:sp>
      <p:pic>
        <p:nvPicPr>
          <p:cNvPr id="4" name="Image 0" descr="/home/claude/work/out/olalekan-ajimoti-ba-portfolio/02-product-case-studies/indulgetix-ticketing-platform/Diagrams/Ticket_State_Mod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11247120" cy="494191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IndulgeTix  |  Olalekan Ajimoti, Business Analyst portfolio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2000" cy="82296"/>
          </a:xfrm>
          <a:prstGeom prst="rect">
            <a:avLst/>
          </a:prstGeom>
          <a:solidFill>
            <a:srgbClr val="201F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82296"/>
            <a:ext cx="1463040" cy="45720"/>
          </a:xfrm>
          <a:prstGeom prst="rect">
            <a:avLst/>
          </a:prstGeom>
          <a:solidFill>
            <a:srgbClr val="F05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ndulgetix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3218" y="6336792"/>
            <a:ext cx="605804" cy="38404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operating-model change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12471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931920"/>
                <a:gridCol w="4937760"/>
              </a:tblGrid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4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1F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Before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4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1F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After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4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1F20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D9480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Ticket control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4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Orders and guest lists held separately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4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ticket record with owner and state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4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4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D9480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Transfers and refunds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4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Handled by message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4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Eligibility rules and audit history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4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D9480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Entry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4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Name checks at the door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4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Real-time scan validation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4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4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D9480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Settlement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4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Assembled after the event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4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Reconciled before payout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4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IndulgeTix  |  Olalekan Ajimoti, Business Analyst portfolio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82296"/>
          </a:xfrm>
          <a:prstGeom prst="rect">
            <a:avLst/>
          </a:prstGeom>
          <a:solidFill>
            <a:srgbClr val="201F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82296"/>
            <a:ext cx="1463040" cy="45720"/>
          </a:xfrm>
          <a:prstGeom prst="rect">
            <a:avLst/>
          </a:prstGeom>
          <a:solidFill>
            <a:srgbClr val="F05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ndulgetix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3218" y="6336792"/>
            <a:ext cx="605804" cy="38404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success will be measured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live outcomes are claimed for this case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124712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3931920"/>
                <a:gridCol w="4206240"/>
              </a:tblGrid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Measure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4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1F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evidence status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4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1F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 it will be used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4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1F20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D9480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Duplicate-scan attempts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4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Defined, pilot not yet run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4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 zero admitted duplicates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4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4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D9480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Settlement variance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4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Defined, pilot not yet run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4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Payout only at zero or explained variance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4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D9480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Transfer completion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4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Defined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4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Monitor abandoned transfers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4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4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IndulgeTix  |  Olalekan Ajimoti, Business Analyst portfolio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92000" cy="82296"/>
          </a:xfrm>
          <a:prstGeom prst="rect">
            <a:avLst/>
          </a:prstGeom>
          <a:solidFill>
            <a:srgbClr val="201F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82296"/>
            <a:ext cx="1463040" cy="45720"/>
          </a:xfrm>
          <a:prstGeom prst="rect">
            <a:avLst/>
          </a:prstGeom>
          <a:solidFill>
            <a:srgbClr val="F05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ndulgetix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3218" y="6336792"/>
            <a:ext cx="605804" cy="38404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 and key risks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48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next actions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783080"/>
            <a:ext cx="53949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with one organiser and one venue before wider launch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scanner offline mode at a real door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Agree refund policy templates with organisers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settlement variance after every pilot event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309360" y="1280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5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Risks with a named owner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309360" y="1783080"/>
            <a:ext cx="5394960" cy="960120"/>
          </a:xfrm>
          <a:prstGeom prst="rect">
            <a:avLst/>
          </a:prstGeom>
          <a:solidFill>
            <a:srgbClr val="F7F5F4"/>
          </a:solidFill>
          <a:ln w="12700">
            <a:solidFill>
              <a:srgbClr val="F7F5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46520" y="1920240"/>
            <a:ext cx="731520" cy="320040"/>
          </a:xfrm>
          <a:prstGeom prst="rect">
            <a:avLst/>
          </a:prstGeom>
          <a:solidFill>
            <a:srgbClr val="B91C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R-01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315200" y="185623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ticket ownership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315200" y="226771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model and audit log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2862072"/>
            <a:ext cx="5394960" cy="960120"/>
          </a:xfrm>
          <a:prstGeom prst="rect">
            <a:avLst/>
          </a:prstGeom>
          <a:solidFill>
            <a:srgbClr val="F7F5F4"/>
          </a:solidFill>
          <a:ln w="12700">
            <a:solidFill>
              <a:srgbClr val="F7F5F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46520" y="2999232"/>
            <a:ext cx="731520" cy="320040"/>
          </a:xfrm>
          <a:prstGeom prst="rect">
            <a:avLst/>
          </a:prstGeom>
          <a:solidFill>
            <a:srgbClr val="B91C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R-02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0" y="2935224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entry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0" y="334670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scan validation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09360" y="3941064"/>
            <a:ext cx="5394960" cy="960120"/>
          </a:xfrm>
          <a:prstGeom prst="rect">
            <a:avLst/>
          </a:prstGeom>
          <a:solidFill>
            <a:srgbClr val="F7F5F4"/>
          </a:solidFill>
          <a:ln w="12700">
            <a:solidFill>
              <a:srgbClr val="F7F5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46520" y="4078224"/>
            <a:ext cx="731520" cy="320040"/>
          </a:xfrm>
          <a:prstGeom prst="rect">
            <a:avLst/>
          </a:prstGeom>
          <a:solidFill>
            <a:srgbClr val="B91C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R-03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0" y="4014216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Settlement variance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0" y="442569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Pre-payout reconciliation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309360" y="5020056"/>
            <a:ext cx="5394960" cy="960120"/>
          </a:xfrm>
          <a:prstGeom prst="rect">
            <a:avLst/>
          </a:prstGeom>
          <a:solidFill>
            <a:srgbClr val="F7F5F4"/>
          </a:solidFill>
          <a:ln w="12700">
            <a:solidFill>
              <a:srgbClr val="F7F5F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46520" y="5157216"/>
            <a:ext cx="731520" cy="320040"/>
          </a:xfrm>
          <a:prstGeom prst="rect">
            <a:avLst/>
          </a:prstGeom>
          <a:solidFill>
            <a:srgbClr val="B91C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R-04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0" y="509320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Refund or transfer abuse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0" y="550468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Eligibility and permission rules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IndulgeTix  |  Olalekan Ajimoti, Business Analyst portfolio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00" dirty="0"/>
          </a:p>
        </p:txBody>
      </p:sp>
      <p:sp>
        <p:nvSpPr>
          <p:cNvPr id="24" name="Rectangle 23"/>
          <p:cNvSpPr/>
          <p:nvPr/>
        </p:nvSpPr>
        <p:spPr>
          <a:xfrm>
            <a:off x="0" y="0"/>
            <a:ext cx="12192000" cy="82296"/>
          </a:xfrm>
          <a:prstGeom prst="rect">
            <a:avLst/>
          </a:prstGeom>
          <a:solidFill>
            <a:srgbClr val="201F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82296"/>
            <a:ext cx="1463040" cy="45720"/>
          </a:xfrm>
          <a:prstGeom prst="rect">
            <a:avLst/>
          </a:prstGeom>
          <a:solidFill>
            <a:srgbClr val="F05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ndulgetix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3218" y="6336792"/>
            <a:ext cx="605804" cy="38404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IndulgeTix Event Ticketing Platform</dc:title>
  <dc:subject>PptxGenJS Presentation</dc:subject>
  <dc:creator>Olalekan Ajimoti</dc:creator>
  <cp:lastModifiedBy>Olalekan Ajimoti</cp:lastModifiedBy>
  <cp:revision>1</cp:revision>
  <dcterms:created xsi:type="dcterms:W3CDTF">2026-09-25T02:00:11Z</dcterms:created>
  <dcterms:modified xsi:type="dcterms:W3CDTF">2026-09-25T02:00:11Z</dcterms:modified>
</cp:coreProperties>
</file>