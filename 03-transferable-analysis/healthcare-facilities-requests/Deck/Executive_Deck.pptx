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TRANSFERABLE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 Request Handling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Impact-based triage, named escalation and recurrence review for facilities requests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Generalised operational analysis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support services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and quality support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requests in a healthcare setting can arrive without impact context, stall on access or resource constraints, and recur without anyone seeing the pattern.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often lack location, timing or impact detail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and resource constraints are not visible to supervisors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issues are handled one at a time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 Requests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3-transferable-analysis/healthcare-facilities-requests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5771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 Requests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3-transferable-analysis/healthcare-facilities-requests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19152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 Requests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Verbal or informal messages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Location, timing and impact captured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Judged from limited detail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flag and impact classification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 handled ad hoc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owner and target date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Recurrence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Seen one at a time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pattern review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 Requests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success will be measured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outcomes are claimed for this case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by priority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Illustrative 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against local standards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Escalation 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Illustrative 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at supervisor huddle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 rate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Illustrative 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decreasing trend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 Requests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impact questions at intake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escalations daily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repeats monthly by location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patient data out of request records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issue misprioritised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criteria and safety flag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lacks evidence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intake fields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disclosed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patient data in requests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issue stays local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recurrence review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 Requests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Facilities Request Handling</dc:title>
  <dc:subject>PptxGenJS Presentation</dc:subject>
  <dc:creator>Olalekan Ajimoti</dc:creator>
  <cp:lastModifiedBy>Olalekan Ajimoti</cp:lastModifiedBy>
  <cp:revision>1</cp:revision>
  <dcterms:created xsi:type="dcterms:W3CDTF">2026-09-25T02:00:12Z</dcterms:created>
  <dcterms:modified xsi:type="dcterms:W3CDTF">2026-09-25T02:00:12Z</dcterms:modified>
</cp:coreProperties>
</file>