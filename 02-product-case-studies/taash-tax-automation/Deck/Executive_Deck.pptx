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525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188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EE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IN DEVELOPMENT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645920"/>
            <a:ext cx="10515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Taash Tax Automation Service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29184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Guided tax journeys for Nigerian individuals, freelancers and SMEs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31520" y="4663440"/>
            <a:ext cx="2743200" cy="0"/>
          </a:xfrm>
          <a:prstGeom prst="line">
            <a:avLst/>
          </a:prstGeom>
          <a:noFill/>
          <a:ln w="25400">
            <a:solidFill>
              <a:srgbClr val="5EEAD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484632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Status: 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development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Domain: 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Tax technology and financial services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Role: 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Founder and Product Business Analyst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5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 and what discovery found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463040"/>
            <a:ext cx="5120640" cy="4480560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6916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problem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148840"/>
            <a:ext cx="457200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Individuals, freelancers and small businesses struggle to identify the right tax route, calculate liability correctly and track filing through to certificate.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6126480" y="16916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analysis found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126480" y="2240280"/>
            <a:ext cx="502920" cy="502920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126480" y="2240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858000" y="214884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Users choose the wrong route because taxpayer types are not distinguished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126480" y="3429000"/>
            <a:ext cx="502920" cy="502920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126480" y="3429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0" y="333756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Manual calculations use outdated rules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126480" y="4617720"/>
            <a:ext cx="502920" cy="502920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126480" y="4617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858000" y="452628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Filing, payment, confirmation and certificate are disconnected steps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Taash  |  Olalekan Ajimoti, Business Analyst portfolio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5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As-Is process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Full-resolution SVG is in the Diagrams folder</a:t>
            </a:r>
            <a:endParaRPr lang="en-US" sz="1300" dirty="0"/>
          </a:p>
        </p:txBody>
      </p:sp>
      <p:pic>
        <p:nvPicPr>
          <p:cNvPr id="4" name="Image 0" descr="/home/claude/work/out/olalekan-ajimoti-ba-portfolio/02-product-case-studies/taash-tax-automation/Diagrams/As_Is_Proce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11247120" cy="34014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Taash  |  Olalekan Ajimoti, Business Analyst portfolio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5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To-Be process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Full-resolution SVG is in the Diagrams folder</a:t>
            </a:r>
            <a:endParaRPr lang="en-US" sz="1300" dirty="0"/>
          </a:p>
        </p:txBody>
      </p:sp>
      <p:pic>
        <p:nvPicPr>
          <p:cNvPr id="4" name="Image 0" descr="/home/claude/work/out/olalekan-ajimoti-ba-portfolio/02-product-case-studies/taash-tax-automation/Diagrams/To_Be_Proce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11247120" cy="3672027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Taash  |  Olalekan Ajimoti, Business Analyst portfolio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5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Proposed operating-model change</a:t>
            </a:r>
            <a:endParaRPr lang="en-US" sz="26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112471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931920"/>
                <a:gridCol w="4937760"/>
              </a:tblGrid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5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Before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5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After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53D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0F76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Route selection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User guesses category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Guided classification with confirmation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0F76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Calculation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Manual and unexplained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Versioned rules with itemised explanation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0F76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Complex cases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safety net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Human review route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0F76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Progress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Stages chased separately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tracker from filing to certificate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Taash  |  Olalekan Ajimoti, Business Analyst portfolio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5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success will be measured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live outcomes are claimed for this case</a:t>
            </a:r>
            <a:endParaRPr lang="en-US" sz="1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1124712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3931920"/>
                <a:gridCol w="4206240"/>
              </a:tblGrid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Measure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5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 evidence status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5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How it will be used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53D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0F76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Route corrections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Defined, testing with early users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 fewer than 1 in 20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0F76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Reviewer agreement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Defined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Compare results with professional review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0F76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Journey completion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Defined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Track by taxpayer type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Taash  |  Olalekan Ajimoti, Business Analyst portfolio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5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Recommendations and key risks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Recommended next actions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783080"/>
            <a:ext cx="539496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 rule tables with a tax professional each release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classification with real freelancer scenarios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scope statements visible on every result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route corrections as the key quality measure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309360" y="1280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 with a named owner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309360" y="1783080"/>
            <a:ext cx="5394960" cy="960120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46520" y="1920240"/>
            <a:ext cx="731520" cy="320040"/>
          </a:xfrm>
          <a:prstGeom prst="rect">
            <a:avLst/>
          </a:prstGeom>
          <a:solidFill>
            <a:srgbClr val="B91C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R-01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315200" y="1856232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 change after implementation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315200" y="226771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Versioned tables with effective dates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309360" y="2862072"/>
            <a:ext cx="5394960" cy="960120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46520" y="2999232"/>
            <a:ext cx="731520" cy="320040"/>
          </a:xfrm>
          <a:prstGeom prst="rect">
            <a:avLst/>
          </a:prstGeom>
          <a:solidFill>
            <a:srgbClr val="B91C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R-02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0" y="2935224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Estimate treated as professional advice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0" y="3346704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scope statement and review route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309360" y="3941064"/>
            <a:ext cx="5394960" cy="960120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46520" y="4078224"/>
            <a:ext cx="731520" cy="320040"/>
          </a:xfrm>
          <a:prstGeom prst="rect">
            <a:avLst/>
          </a:prstGeom>
          <a:solidFill>
            <a:srgbClr val="B91C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R-03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7315200" y="4014216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Incorrect classification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0" y="4425696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Confirmation questions and review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309360" y="5020056"/>
            <a:ext cx="5394960" cy="960120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46520" y="5157216"/>
            <a:ext cx="731520" cy="320040"/>
          </a:xfrm>
          <a:prstGeom prst="rect">
            <a:avLst/>
          </a:prstGeom>
          <a:solidFill>
            <a:srgbClr val="B91C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R-04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7315200" y="5093208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Sensitive data exposure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7315200" y="5504688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Least privilege and encryption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Taash  |  Olalekan Ajimoti, Business Analyst portfolio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Taash Tax Automation Service</dc:title>
  <dc:subject>PptxGenJS Presentation</dc:subject>
  <dc:creator>Olalekan Ajimoti</dc:creator>
  <cp:lastModifiedBy>Olalekan Ajimoti</cp:lastModifiedBy>
  <cp:revision>1</cp:revision>
  <dcterms:created xsi:type="dcterms:W3CDTF">2026-09-25T02:00:11Z</dcterms:created>
  <dcterms:modified xsi:type="dcterms:W3CDTF">2026-09-25T02:00:11Z</dcterms:modified>
</cp:coreProperties>
</file>