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Creatrix Empire Marketing Operations and Performance Analysis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multidisciplinary campaign workflow connected creative delivery with performance evidence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marketing, media and entertainment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Analyst and Delivery Lead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and internal-brand campaigns needed clearer specialist ownership, cleaner hand-offs and optimisation based on consistent evidence rather than reach alone.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Specialists could work in isolation from campaign objectives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assets and unclear approvals created rework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Reach, engagement, traffic and conversion were interpreted inconsistently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Creatrix Empire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creatrix-marketing-analytics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503422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Creatrix Empire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creatrix-marketing-analytics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6713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Creatrix Empire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Campaign brief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Requests focused on outputs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Objective, audience and KPI defined first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workflow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hoc specialist allocation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Visible ownership, dependencies and approvals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 metrics reviewed separately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Consolidated reach, engagement, traffic and conversion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Lessons stayed within campaigns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Recommendations shaped targeting, content and SEO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Creatrix Empire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outcomes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reported by the organisation after the changes; underlying commercial data is not published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5486400" cy="31089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in engagement (reported)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486400" cy="31089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0116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~150%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organic traffic (reported)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Creatrix Empire  |  Olalekan Ajimoti, Business Analyst portfolio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one KPI dictionary across accounts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decision taken for every recommendation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revision counts to expose briefing gaps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SEO priorities quarterly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Unclear brief causes rework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approval gate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use inconsistent definitions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dictionary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assets delay campaign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tracking on task board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Optimisation based on reach alone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KPI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Creatrix Empire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Creatrix Empire Marketing Operations and Performance Analysis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