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86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743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NaijaFoodFestival Multi-user Registration Service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distinct journeys replaced a single registration concept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2743200" cy="0"/>
          </a:xfrm>
          <a:prstGeom prst="line">
            <a:avLst/>
          </a:prstGeom>
          <a:noFill/>
          <a:ln w="25400">
            <a:solidFill>
              <a:srgbClr val="F8650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and hospitality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and Business Analyst, HunterTV Africa</a:t>
            </a:r>
            <a:endParaRPr lang="en-US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8534400" y="502920"/>
            <a:ext cx="31089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ff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280" y="728254"/>
            <a:ext cx="2743200" cy="92093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F86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and what discovery found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120640" cy="4480560"/>
          </a:xfrm>
          <a:prstGeom prst="rect">
            <a:avLst/>
          </a:prstGeom>
          <a:solidFill>
            <a:srgbClr val="F5FAF2"/>
          </a:solidFill>
          <a:ln w="12700">
            <a:solidFill>
              <a:srgbClr val="F5FAF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registration concept did not reflect the different information, approval and communication needs of attendees, vendors and volunteers.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found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2240280"/>
            <a:ext cx="502920" cy="502920"/>
          </a:xfrm>
          <a:prstGeom prst="ellipse">
            <a:avLst/>
          </a:prstGeom>
          <a:solidFill>
            <a:srgbClr val="F8650A"/>
          </a:solidFill>
          <a:ln w="12700">
            <a:solidFill>
              <a:srgbClr val="F8650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126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Attendees, vendors and volunteers had different data and decision needs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3429000"/>
            <a:ext cx="502920" cy="502920"/>
          </a:xfrm>
          <a:prstGeom prst="ellipse">
            <a:avLst/>
          </a:prstGeom>
          <a:solidFill>
            <a:srgbClr val="F8650A"/>
          </a:solidFill>
          <a:ln w="12700">
            <a:solidFill>
              <a:srgbClr val="F8650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1264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337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generic route risked irrelevant fields and missing approvals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4617720"/>
            <a:ext cx="502920" cy="502920"/>
          </a:xfrm>
          <a:prstGeom prst="ellipse">
            <a:avLst/>
          </a:prstGeom>
          <a:solidFill>
            <a:srgbClr val="F8650A"/>
          </a:solidFill>
          <a:ln w="12700">
            <a:solidFill>
              <a:srgbClr val="F8650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1264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526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Organisers needed one view of status and exceptions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NaijaFoodFestival  |  Olalekan Ajimoti, Business Analyst portfolio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163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F86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nff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6359979"/>
            <a:ext cx="1005840" cy="3376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1-delivered-case-studies/naija-food-festival-service-design/Diagrams/As_Is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4068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NaijaFoodFestival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163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F86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ff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0" y="6359979"/>
            <a:ext cx="1005840" cy="3376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1-delivered-case-studies/naija-food-festival-service-design/Diagrams/To_Be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4530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NaijaFoodFestival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163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F86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ff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0" y="6359979"/>
            <a:ext cx="1005840" cy="3376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9377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1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8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Attendees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registration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Purchase journey with confirmation and event updates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8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clear decision path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review, decision status and decision email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8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Volunteers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 managed informally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 capture, allocation and briefing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8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Organisers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reconciliation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 route, status, owner and next action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NaijaFoodFestival  |  Olalekan Ajimoti, Business Analyst portfolio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163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F86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ff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6359979"/>
            <a:ext cx="1005840" cy="3376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and measures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evidenced today and what to track next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20624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evidence 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will be used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1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8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journeys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 distinct routes delivered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completion by route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8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Pre-launch validation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End-to-end test cycle completed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 before each season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8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Exception 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be tracked from Season 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same-week resolution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NaijaFoodFestival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163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F86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ff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6359979"/>
            <a:ext cx="1005840" cy="3376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key risks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completion and drop-off by route each season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message templates under change control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vendor rules with organisers before applications open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the pre-launch test pack as a regression suite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6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with a named owner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394960" cy="960120"/>
          </a:xfrm>
          <a:prstGeom prst="rect">
            <a:avLst/>
          </a:prstGeom>
          <a:solidFill>
            <a:srgbClr val="F5FAF2"/>
          </a:solidFill>
          <a:ln w="12700">
            <a:solidFill>
              <a:srgbClr val="F5FAF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46520" y="1920240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856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form collects irrelevant information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67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routes by purpose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862072"/>
            <a:ext cx="5394960" cy="960120"/>
          </a:xfrm>
          <a:prstGeom prst="rect">
            <a:avLst/>
          </a:prstGeom>
          <a:solidFill>
            <a:srgbClr val="F5FAF2"/>
          </a:solidFill>
          <a:ln w="12700">
            <a:solidFill>
              <a:srgbClr val="F5FA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46520" y="2999232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9352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and record status diverge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3467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only after status update; trigger tests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941064"/>
            <a:ext cx="5394960" cy="960120"/>
          </a:xfrm>
          <a:prstGeom prst="rect">
            <a:avLst/>
          </a:prstGeom>
          <a:solidFill>
            <a:srgbClr val="F5FAF2"/>
          </a:solidFill>
          <a:ln w="12700">
            <a:solidFill>
              <a:srgbClr val="F5FA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446520" y="4078224"/>
            <a:ext cx="731520" cy="32004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40142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approval rules are incomplete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44256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checkpoint with organisers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5020056"/>
            <a:ext cx="5394960" cy="960120"/>
          </a:xfrm>
          <a:prstGeom prst="rect">
            <a:avLst/>
          </a:prstGeom>
          <a:solidFill>
            <a:srgbClr val="F5FAF2"/>
          </a:solidFill>
          <a:ln w="12700">
            <a:solidFill>
              <a:srgbClr val="F5FAF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446520" y="5157216"/>
            <a:ext cx="731520" cy="32004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0932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 or email service is unavailable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5504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communication and manual list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NaijaFoodFestival  |  Olalekan Ajimoti, Business Analyst portfolio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163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F86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nff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6359979"/>
            <a:ext cx="1005840" cy="3376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NaijaFoodFestival Multi-user Registration Service</dc:title>
  <dc:subject>PptxGenJS Presentation</dc:subject>
  <dc:creator>Olalekan Ajimoti</dc:creator>
  <cp:lastModifiedBy>Olalekan Ajimoti</cp:lastModifiedBy>
  <cp:revision>1</cp:revision>
  <dcterms:created xsi:type="dcterms:W3CDTF">2026-09-25T02:00:11Z</dcterms:created>
  <dcterms:modified xsi:type="dcterms:W3CDTF">2026-09-25T02:00:11Z</dcterms:modified>
</cp:coreProperties>
</file>