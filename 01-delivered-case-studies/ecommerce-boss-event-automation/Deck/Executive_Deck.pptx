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Ecommerce Boss Event Operations Automation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replaced repeated copying while keeping manual control for exceptions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663440"/>
            <a:ext cx="27432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846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across client engagements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E-commerce, events and digital services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and Lead Business Analyst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and what discovery found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12064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forms, spreadsheets and email exchanges caused duplicate entry, unclear ownership, inconsistent hand-offs and limited status visibility for client events.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found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148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Forms, spreadsheets and email created duplicate entry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342900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337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changed informally through chat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4617720"/>
            <a:ext cx="502920" cy="5029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4526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messages or integrations were hard to see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Ecommerce Boss  |  Olalekan Ajimoti, Business Analyst portfolio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ecommerce-boss-event-automation/Diagrams/As_Is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4068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Ecommerce Boss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Full-resolution SVG is in the Diagrams folder</a:t>
            </a:r>
            <a:endParaRPr lang="en-US" sz="1300" dirty="0"/>
          </a:p>
        </p:txBody>
      </p:sp>
      <p:pic>
        <p:nvPicPr>
          <p:cNvPr id="4" name="Image 0" descr="/home/claude/work/out/olalekan-ajimoti-ba-portfolio/01-delivered-case-studies/ecommerce-boss-event-automation/Diagrams/To_Be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11247120" cy="374158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Ecommerce Boss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93776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capture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copied between tools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validated record created from each submission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Ownership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 assigned through messages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and next action recorded against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Communication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 written repeatedly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messages triggered by decisions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Exceptions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Failures could stay hidden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 steps enter a manual recovery queue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Ecommerce Boss  |  Olalekan Ajimoti, Business Analyst portfolio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measures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evidenced today and what to track next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420624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evidence status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will be used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entry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Removed for automated routes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Sample-check monthly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Unowned records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 in a dedicated view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zero at weekly review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76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Exception 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Highlighted after 48 hours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closure time per event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Ecommerce Boss  |  Olalekan Ajimoti, Business Analyst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5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key risks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Sample-check records for duplicates each month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templates under client approval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exception queue at every status meeting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the options matrix when volumes grow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with a named owner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920240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1856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records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2677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IDs and duplicate flags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62072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999232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9352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sends the wrong message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33467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tests and approved templates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941064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078224"/>
            <a:ext cx="731520" cy="32004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cannot maintain the solution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44256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assessment and handover guide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5020056"/>
            <a:ext cx="539496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57216"/>
            <a:ext cx="731520" cy="32004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0932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 go unnoticed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504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queue and ageing highlight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Ecommerce Boss  |  Olalekan Ajimoti, Business Analyst portfolio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Ecommerce Boss Event Operations Automation</dc:title>
  <dc:subject>PptxGenJS Presentation</dc:subject>
  <dc:creator>Olalekan Ajimoti</dc:creator>
  <cp:lastModifiedBy>Olalekan Ajimoti</cp:lastModifiedBy>
  <cp:revision>1</cp:revision>
  <dcterms:created xsi:type="dcterms:W3CDTF">2026-09-25T02:00:11Z</dcterms:created>
  <dcterms:modified xsi:type="dcterms:W3CDTF">2026-09-25T02:00:11Z</dcterms:modified>
</cp:coreProperties>
</file>